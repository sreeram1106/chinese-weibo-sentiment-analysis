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Test accuracy (%) by protocol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Original-style (word LR)</c:v>
                </c:pt>
              </c:strCache>
            </c:strRef>
          </c:tx>
          <c:spPr>
            <a:solidFill>
              <a:srgbClr val="BAB0A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Original split (duplicates)</c:v>
                  </c:pt>
                  <c:pt idx="1">
                    <c:v>Clean split (de-duplicated)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78.5</c:v>
                </c:pt>
                <c:pt idx="1">
                  <c:v>58.9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 (char SVM)</c:v>
                </c:pt>
              </c:strCache>
            </c:strRef>
          </c:tx>
          <c:spPr>
            <a:solidFill>
              <a:srgbClr val="E1575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Original split (duplicates)</c:v>
                  </c:pt>
                  <c:pt idx="1">
                    <c:v>Clean split (de-duplicated)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84.9</c:v>
                </c:pt>
                <c:pt idx="1">
                  <c:v>68.7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Validation macro-F1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macro-F1 %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Linear SVM char C=0.3</c:v>
                  </c:pt>
                  <c:pt idx="1">
                    <c:v>LogReg char C=3</c:v>
                  </c:pt>
                  <c:pt idx="2">
                    <c:v>Linear SVM word+char C=0.1</c:v>
                  </c:pt>
                  <c:pt idx="3">
                    <c:v>LogReg word+char C=1</c:v>
                  </c:pt>
                  <c:pt idx="4">
                    <c:v>Linear SVM word C=0.3</c:v>
                  </c:pt>
                  <c:pt idx="5">
                    <c:v>LogReg word C=3</c:v>
                  </c:pt>
                  <c:pt idx="6">
                    <c:v>Naive Bayes word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69.5</c:v>
                </c:pt>
                <c:pt idx="1">
                  <c:v>68.8</c:v>
                </c:pt>
                <c:pt idx="2">
                  <c:v>68.5</c:v>
                </c:pt>
                <c:pt idx="3">
                  <c:v>68.1</c:v>
                </c:pt>
                <c:pt idx="4">
                  <c:v>63.8</c:v>
                </c:pt>
                <c:pt idx="5">
                  <c:v>63.7</c:v>
                </c:pt>
                <c:pt idx="6">
                  <c:v>61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5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UE24CS352A MACHINE LEARNING MINI-PROJECT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Emotion Classification of Chinese Weibo Posts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Classical Machine Learning with a Leakage-Free Evaluation &amp; Interactive Demo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2E8F0"/>
                </a:solidFill>
              </a:rPr>
              <a:t>UE24CS352A: Machine Learning Mini-Project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Student 1: Harsha R   |   SRN: PES1UG24AM115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Student 2: DARISI ANANTHA VENKATA SREERAM   |   SRN: PES1UG24AM076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Inspired by: Bai, He &amp; Yuan (2021), Attitude Towards Vaccination Since Distribution in China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Problem Statement &amp; Project Motivation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Core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Social media (Weibo) carries large volumes of public opinion and emotion, but posts are short, noisy and informal.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Task: classify a Chinese post into one of 7 emotion classes (IDs 0–6).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Chinese NLP challenges: no whitespace word boundaries, slang, emoticons, sarcasm.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Hidden risk: duplicated posts can make a model look far better than it really is.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Project Objectives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Benchmark Naive Bayes, Logistic Regression and linear SVM on Chinese text.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Compare jieba words vs. character n-gram features.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Build a leakage-free evaluation: de-duplicate, split, bootstrap CIs, cross-validation.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Quantify how much the original evaluation was inflated.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Deliver a working web demo with calibrated probabilities.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Reference Paper &amp; Our Scope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Reference Paper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3317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Bai, He &amp; Yuan (2021): binary sentiment on Weibo posts about COVID-19 vaccination.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Models: NB, SVM, LR, bigram, LSTM.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Reported test accuracy ≈ 81.6–81.9%.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Monthly trend vs. vaccine doses.</a:t>
            </a:r>
            <a:endParaRPr lang="en-US" sz="1250" dirty="0"/>
          </a:p>
        </p:txBody>
      </p:sp>
      <p:sp>
        <p:nvSpPr>
          <p:cNvPr id="6" name="card"/>
          <p:cNvSpPr/>
          <p:nvPr/>
        </p:nvSpPr>
        <p:spPr>
          <a:xfrm>
            <a:off x="324612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What We Reproduce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00200"/>
            <a:ext cx="23317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Classical models and tokenisation comparison.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Validation-based model selection; single test evaluation.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Error analysis and an interactive demo.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Extra: duplicate-leakage audit.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6035040" y="10972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What Differs (honest)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00200"/>
            <a:ext cx="22860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Supplied data: 7 emotion classes, mixed topic, ≈5% COVID words.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No date column, so no trend analysis; we claim none.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No LSTM: no pre-trained/GPU resources; listed as future work.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Not a vaccine-sentiment model.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Dataset &amp; Cleaning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Corpus &amp; Partitioning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Weibo corpus: 21,173 posts, columns review/label, labels 0–6.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10,154 exact duplicates (48%); 86 texts with conflicting labels removed.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Result: 10,565 unique posts (50.1% removed).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Stratified split, seed 42: train 6,339 · val 2,113 · test 2,113; zero text overlap (unit-tested).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Label names are tentative: inferred from top n-grams (fear, disgust, happiness, surprise, like/gratitude, sadness, anger).</a:t>
            </a:r>
            <a:endParaRPr lang="en-US" sz="1250" dirty="0"/>
          </a:p>
        </p:txBody>
      </p:sp>
      <p:pic>
        <p:nvPicPr>
          <p:cNvPr id="6" name="Image 0" descr="/home/claude/chinese_weibo_7class_project/results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25880"/>
            <a:ext cx="3931920" cy="1965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54880" y="3429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Class 4 collapses from 3,072 to 387 posts: most of it was copies, so class weights and macro-F1 are used.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Key Finding: Duplicate Leakage Inflated the Evaluation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09728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E15759"/>
          </a:solidFill>
          <a:ln/>
        </p:spPr>
      </p:sp>
      <p:sp>
        <p:nvSpPr>
          <p:cNvPr id="5" name="Text 2"/>
          <p:cNvSpPr/>
          <p:nvPr/>
        </p:nvSpPr>
        <p:spPr>
          <a:xfrm>
            <a:off x="5852160" y="11704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56.7%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852160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of test rows also in training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52160" y="21488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2221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91.9% vs 60.9%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852160" y="2715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old model: leaked vs unseen rows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52160" y="320040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59A14F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32735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+9.8 pts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852160" y="3767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improvement on clean split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 random split of the raw file puts the same post in train and test. Honest evaluation requires de-duplication first.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Preprocessing &amp; Feature Representations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Text Cleaning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NFKC normalisation; URLs and @mentions removed.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Repeated punctuation / characters collapsed.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Weibo emoticons ([good], [委屈]) are KEPT as EMO_x tokens: strong emotion cues the original code deleted.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Ablation: keeping emoticons gives +3.3 pts validation accuracy (0.699 vs 0.660).</a:t>
            </a:r>
            <a:endParaRPr lang="en-US" sz="1350" dirty="0"/>
          </a:p>
        </p:txBody>
      </p:sp>
      <p:sp>
        <p:nvSpPr>
          <p:cNvPr id="6" name="card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Features (TF-IDF, sublinear)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jieba words, 1–2-grams (segmentation-dependent).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Character 1–3-grams: no segmentation, robust to slang, typos and emoticons.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Word + char union.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Result: char n-grams beat words by ≈6 macro-F1 points.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Models &amp; Evaluation Protocol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Candidate Models (19)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Complement Naive Bayes (word TF-IDF).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Logistic Regression, C ∈ {1, 3, 10}.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Linear SVM, C ∈ {0.1, 0.3, 1}.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Each LR/SVM × {word, char, word+char}; balanced class weights.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Majority-class baseline for reference.</a:t>
            </a:r>
            <a:endParaRPr lang="en-US" sz="1350" dirty="0"/>
          </a:p>
        </p:txBody>
      </p:sp>
      <p:sp>
        <p:nvSpPr>
          <p:cNvPr id="6" name="card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Protocol (no test peeking)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Fit all candidates on train; rank by validation macro-F1.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Re-fit winner with sigmoid-calibrated probabilities.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Score ONCE on test; 95% bootstrap CIs (1,000 resamples).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5-fold CV on train+val for stability.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Selected: Linear SVM, char 1–3-grams, C = 0.3.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Experimental Results: Validation Benchmarking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Classifier (best settings)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 Acc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 macro-F1 %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Linear SVM char C=0.3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69.9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69.5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LogReg char C=3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69.0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68.8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Linear SVM word+char C=0.1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68.9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68.5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LogReg word+char C=1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68.2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68.1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Linear SVM word C=0.3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64.7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63.8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LogReg word C=3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64.3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63.7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Naive Bayes word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63.4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61.0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Majority baseline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28.3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6.3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4846320" y="100584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Differences of ≈1 point between top candidates are within validation noise (2,113 posts).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Test Set Evaluation &amp; Confusion Matrix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68.7%  (CI 66.8–70.6)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Macro-F1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0.672  (CI 0.650–0.693)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5-fold CV macro-F1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0.683 ± 0.016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Majority baseline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28.3% accuracy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Best class F1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like/gratitude 0.86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Worst class F1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surprise 0.51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342900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3520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Insights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319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Selected on validation only; test scored once.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Honest ≈69%, 2.4× the majority baseline.</a:t>
            </a:r>
            <a:endParaRPr lang="en-US" sz="1250" dirty="0"/>
          </a:p>
        </p:txBody>
      </p:sp>
      <p:pic>
        <p:nvPicPr>
          <p:cNvPr id="7" name="Image 0" descr="/home/claude/chinese_weibo_7class_project/resul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4297680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Error Analysis &amp; Ablation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Where the model fails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disgust ↔ anger: 55 and 54 test posts (shared negative vocabulary).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sadness → happiness: 46 (laughter markers around sad text).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surprise: recall only 0.44; few distinctive words.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Confident errors are mostly very short posts (mean 24 chars) and sarcasm, e.g. 加油，武汉加油 (gratitude → happiness).</a:t>
            </a:r>
            <a:endParaRPr lang="en-US" sz="1250" dirty="0"/>
          </a:p>
        </p:txBody>
      </p:sp>
      <p:pic>
        <p:nvPicPr>
          <p:cNvPr id="6" name="Image 0" descr="/home/claude/chinese_weibo_7class_project/results/per_class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97280"/>
            <a:ext cx="4023360" cy="20116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4663440" y="32461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Ablation: emoticons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Kept: 69.9% acc / 0.695 macro-F1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Deleted (original): 66.0% / 0.660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Code Architecture &amp; Live Demonstration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Repository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src/preprocess.py: cleaning, jieba, dedup key.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src/data.py: de-duplication, stratified split.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src/models.py: 19 candidate pipelines.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src/train.py / evaluate.py: search, test, CIs, plots.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src/leakage_audit.py: 2×2 inflation study.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app.py: Streamlit web demo · 11 pytest tests.</a:t>
            </a:r>
            <a:endParaRPr lang="en-US" sz="1250" dirty="0"/>
          </a:p>
        </p:txBody>
      </p:sp>
      <p:sp>
        <p:nvSpPr>
          <p:cNvPr id="6" name="card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Live Demo Protocol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streamlit run app.py → http://localhost:8501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Click example buttons: probabilities for all 7 classes.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Batch tab: upload CSV, download predictions.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Honest-results tab: leakage table, confusion matrix.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CLI: python -m src.predict_demo --text "…"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Reproduce everything: python run_all.py (~3 min).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Conclusions &amp; Limitations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Fixing the evaluation mattered most: 78.5% → 58.9% for the old approach once duplicates are removed.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Character n-grams + emoticons: 68.7% test accuracy (+9.8 pts).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Linear SVM ≈ Logistic Regression; both ≫ Naive Bayes.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Classical models are fast, interpretable, reproducible.</a:t>
            </a:r>
            <a:endParaRPr lang="en-US" sz="1250" dirty="0"/>
          </a:p>
        </p:txBody>
      </p:sp>
      <p:sp>
        <p:nvSpPr>
          <p:cNvPr id="6" name="card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Limitations &amp; Future Work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Label names tentative; mixed-topic corpus, not vaccine-specific.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No LSTM and no trend analysis (no dates in data).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Single split seed; ≈69% near ceiling for n-gram models.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Future: Chinese RoBERTa-wwm, dated vaccine dataset, neutral class.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Team Contributions &amp; Q&amp;A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Harsha R (PES1UG24AM115)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Text cleaning and emoticon handling.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De-duplication and stratified splitting.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Classical models and hyper-parameter search.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Streamlit and CLI demo.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663440" y="109728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DARISI ANANTHA VENKATA SREERAM (PES1UG24AM076)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Evaluation harness: bootstrap CIs, CV, ablation.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Leakage audit and error analysis.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Unit tests and documentation.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57200" y="338328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Anticipated Questions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Why did accuracy drop from the original 77.8%? The old score was inflated by duplicate posts leaking into the test set.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Why no LSTM / trend analysis? No dates in the data and no pre-trained models available; stated openly as limitations.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iboML">
  <a:themeElements>
    <a:clrScheme name="WeiboML">
      <a:dk1>
        <a:srgbClr val="0F172A"/>
      </a:dk1>
      <a:lt1>
        <a:srgbClr val="FFFFFF"/>
      </a:lt1>
      <a:dk2>
        <a:srgbClr val="1E3A8A"/>
      </a:dk2>
      <a:lt2>
        <a:srgbClr val="F1F5F9"/>
      </a:lt2>
      <a:accent1>
        <a:srgbClr val="2563EB"/>
      </a:accent1>
      <a:accent2>
        <a:srgbClr val="E15759"/>
      </a:accent2>
      <a:accent3>
        <a:srgbClr val="59A14F"/>
      </a:accent3>
      <a:accent4>
        <a:srgbClr val="F59E0B"/>
      </a:accent4>
      <a:accent5>
        <a:srgbClr val="64748B"/>
      </a:accent5>
      <a:accent6>
        <a:srgbClr val="0EA5E9"/>
      </a:accent6>
      <a:hlink>
        <a:srgbClr val="2563EB"/>
      </a:hlink>
      <a:folHlink>
        <a:srgbClr val="64748B"/>
      </a:folHlink>
    </a:clrScheme>
    <a:fontScheme name="WeiboM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 Classification of Chinese Weibo Posts</dc:title>
  <dc:subject>PptxGenJS Presentation</dc:subject>
  <dc:creator>PptxGenJS</dc:creator>
  <cp:lastModifiedBy>PptxGenJS</cp:lastModifiedBy>
  <cp:revision>1</cp:revision>
  <dcterms:created xsi:type="dcterms:W3CDTF">2026-10-13T05:56:00Z</dcterms:created>
  <dcterms:modified xsi:type="dcterms:W3CDTF">2026-10-13T05:56:00Z</dcterms:modified>
</cp:coreProperties>
</file>